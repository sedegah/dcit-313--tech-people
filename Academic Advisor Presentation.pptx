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0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8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18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3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88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56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43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3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23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3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914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92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861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7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3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7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Computer Science Specialization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project is a smart academic advisor designed to help Computer Science students choose the most suitable specialization track.</a:t>
            </a:r>
          </a:p>
          <a:p>
            <a:endParaRPr/>
          </a:p>
          <a:p>
            <a:r>
              <a:t>Computer Science is broad, and students often struggle to choose between areas like AI and Cybersecurity.</a:t>
            </a:r>
          </a:p>
          <a:p>
            <a:endParaRPr/>
          </a:p>
          <a:p>
            <a:r>
              <a:t>Our system acts like a guidance counselor using data-driven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designed an Expert System with two parts:</a:t>
            </a:r>
          </a:p>
          <a:p>
            <a:endParaRPr/>
          </a:p>
          <a:p>
            <a:r>
              <a:t>1. Body (Python UI): Collects user input via questionnaire.</a:t>
            </a:r>
          </a:p>
          <a:p>
            <a:r>
              <a:t>2. Brain (SWI-Prolog): Performs reasoning and decision-making.</a:t>
            </a:r>
          </a:p>
          <a:p>
            <a:endParaRPr/>
          </a:p>
          <a:p>
            <a:r>
              <a:t>Python sends user data to Prolog for processing.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uses a weighted mathematical model instead of simple IF/THEN rules.</a:t>
            </a:r>
          </a:p>
          <a:p>
            <a:endParaRPr/>
          </a:p>
          <a:p>
            <a:r>
              <a:t>Example: Strong interest in Math and Physics → higher score for Quantum Computing.</a:t>
            </a:r>
          </a:p>
          <a:p>
            <a:endParaRPr/>
          </a:p>
          <a:p>
            <a:r>
              <a:t>Each specialization has its own formula with weighted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It</a:t>
            </a:r>
            <a:r>
              <a:rPr lang="en-US" dirty="0"/>
              <a:t> does</a:t>
            </a:r>
            <a:r>
              <a:rPr dirty="0"/>
              <a:t> not only recommend</a:t>
            </a:r>
            <a:r>
              <a:rPr lang="en-US" dirty="0"/>
              <a:t> </a:t>
            </a:r>
            <a:r>
              <a:rPr dirty="0"/>
              <a:t>a specialization but also explains why based on user interests.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If a user has low interest in all areas, the system suggests alternative academic paths instead of forcing a CS recommendation.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File: interface/main.py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user interface.</a:t>
            </a:r>
          </a:p>
          <a:p>
            <a:r>
              <a:t>Displays questions, collects answers, and communicates with the logic engine.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File: specialization.pl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logic (Brain).</a:t>
            </a:r>
          </a:p>
          <a:p>
            <a:r>
              <a:t>Contains formulas to evaluate each specialization using weighted traits.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File: test.py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testing.</a:t>
            </a:r>
          </a:p>
          <a:p>
            <a:r>
              <a:t>Ensures correct recommendations using sample user profiles.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README.md: Explains system and contributions.</a:t>
            </a:r>
          </a:p>
          <a:p>
            <a:endParaRPr/>
          </a:p>
          <a:p>
            <a:r>
              <a:t>run.bat: Launches the application easily.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Python collects input</a:t>
            </a:r>
          </a:p>
          <a:p>
            <a:r>
              <a:t>2. Sends to Prolog</a:t>
            </a:r>
          </a:p>
          <a:p>
            <a:r>
              <a:t>3. Prolog calculates scores</a:t>
            </a:r>
          </a:p>
          <a:p>
            <a:r>
              <a:t>4. Selects best specialization</a:t>
            </a:r>
          </a:p>
          <a:p>
            <a:r>
              <a:t>5. Sends result back to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</TotalTime>
  <Words>291</Words>
  <Application>Microsoft Office PowerPoint</Application>
  <PresentationFormat>On-screen Show (4:3)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Title</vt:lpstr>
      <vt:lpstr>Introduction</vt:lpstr>
      <vt:lpstr>Architecture</vt:lpstr>
      <vt:lpstr>The Brain</vt:lpstr>
      <vt:lpstr>PowerPoint Presentation</vt:lpstr>
      <vt:lpstr>Conclusion</vt:lpstr>
      <vt:lpstr>File: interface/main.py</vt:lpstr>
      <vt:lpstr>File: specialization.pl</vt:lpstr>
      <vt:lpstr>File: test.py</vt:lpstr>
      <vt:lpstr>Other Files</vt:lpstr>
      <vt:lpstr>How It Works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>LENOVO</dc:creator>
  <cp:keywords/>
  <dc:description>generated using python-pptx</dc:description>
  <cp:lastModifiedBy>Iyad-Deen Fuseini_22060364</cp:lastModifiedBy>
  <cp:revision>2</cp:revision>
  <dcterms:created xsi:type="dcterms:W3CDTF">2013-01-27T09:14:16Z</dcterms:created>
  <dcterms:modified xsi:type="dcterms:W3CDTF">2026-03-17T16:31:37Z</dcterms:modified>
  <cp:category/>
</cp:coreProperties>
</file>